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Analysis for Telecom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DataX Labs Internship Project</a:t>
            </a:r>
          </a:p>
          <a:p>
            <a:r>
              <a:t>Kapa Sri Lakshmi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Predict customer churn using Machine Learning</a:t>
            </a:r>
          </a:p>
          <a:p>
            <a:pPr marL="0" indent="0">
              <a:buNone/>
              <a:defRPr sz="2200"/>
            </a:pPr>
            <a:r>
              <a:rPr dirty="0"/>
              <a:t>• Analyze churn using SQL</a:t>
            </a:r>
          </a:p>
          <a:p>
            <a:pPr marL="0" indent="0">
              <a:buNone/>
              <a:defRPr sz="2200"/>
            </a:pPr>
            <a:r>
              <a:rPr dirty="0"/>
              <a:t>• Visualize insights with Power BI</a:t>
            </a:r>
          </a:p>
          <a:p>
            <a:pPr marL="0" indent="0">
              <a:buNone/>
              <a:defRPr sz="2200"/>
            </a:pPr>
            <a:r>
              <a:rPr dirty="0"/>
              <a:t>• Recommend retention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Dataset: churn-bigml-80.csv</a:t>
            </a:r>
          </a:p>
          <a:p>
            <a:pPr marL="0" indent="0">
              <a:buNone/>
              <a:defRPr sz="2200"/>
            </a:pPr>
            <a:r>
              <a:rPr dirty="0"/>
              <a:t>• Telecom customer data</a:t>
            </a:r>
          </a:p>
          <a:p>
            <a:pPr marL="0" indent="0">
              <a:buNone/>
              <a:defRPr sz="2200"/>
            </a:pPr>
            <a:r>
              <a:rPr dirty="0"/>
              <a:t>• Target: Churn (True/False)</a:t>
            </a:r>
          </a:p>
          <a:p>
            <a:pPr marL="0" indent="0">
              <a:buNone/>
              <a:defRPr sz="2200"/>
            </a:pPr>
            <a:r>
              <a:rPr dirty="0"/>
              <a:t>• Customer usage, plans, service calls and charges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Python (Pandas, NumPy, Scikit-learn)</a:t>
            </a:r>
          </a:p>
          <a:p>
            <a:pPr marL="0" indent="0">
              <a:buNone/>
              <a:defRPr sz="2200"/>
            </a:pPr>
            <a:r>
              <a:rPr dirty="0"/>
              <a:t>• Google </a:t>
            </a:r>
            <a:r>
              <a:rPr dirty="0" err="1"/>
              <a:t>Colab</a:t>
            </a:r>
            <a:endParaRPr dirty="0"/>
          </a:p>
          <a:p>
            <a:pPr marL="0" indent="0">
              <a:buNone/>
              <a:defRPr sz="2200"/>
            </a:pPr>
            <a:r>
              <a:rPr dirty="0"/>
              <a:t>• PostgreSQL</a:t>
            </a:r>
          </a:p>
          <a:p>
            <a:pPr marL="0" indent="0">
              <a:buNone/>
              <a:defRPr sz="2200"/>
            </a:pPr>
            <a:r>
              <a:rPr dirty="0"/>
              <a:t>•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Data Loading</a:t>
            </a:r>
          </a:p>
          <a:p>
            <a:pPr marL="0" indent="0">
              <a:buNone/>
              <a:defRPr sz="2200"/>
            </a:pPr>
            <a:r>
              <a:rPr dirty="0"/>
              <a:t>• Data Cleaning</a:t>
            </a:r>
          </a:p>
          <a:p>
            <a:pPr marL="0" indent="0">
              <a:buNone/>
              <a:defRPr sz="2200"/>
            </a:pPr>
            <a:r>
              <a:rPr dirty="0"/>
              <a:t>• EDA</a:t>
            </a:r>
          </a:p>
          <a:p>
            <a:pPr marL="0" indent="0">
              <a:buNone/>
              <a:defRPr sz="2200"/>
            </a:pPr>
            <a:r>
              <a:rPr dirty="0"/>
              <a:t>• Feature Encoding</a:t>
            </a:r>
          </a:p>
          <a:p>
            <a:pPr marL="0" indent="0">
              <a:buNone/>
              <a:defRPr sz="2200"/>
            </a:pPr>
            <a:r>
              <a:rPr dirty="0"/>
              <a:t>• Logistic Regression</a:t>
            </a:r>
          </a:p>
          <a:p>
            <a:pPr marL="0" indent="0">
              <a:buNone/>
              <a:defRPr sz="2200"/>
            </a:pPr>
            <a:r>
              <a:rPr dirty="0"/>
              <a:t>• Model Evaluation (Accuracy, Confusion Matrix, ROC Curve)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20 SQL analytical queries</a:t>
            </a:r>
          </a:p>
          <a:p>
            <a:pPr marL="0" indent="0">
              <a:buNone/>
              <a:defRPr sz="2200"/>
            </a:pPr>
            <a:r>
              <a:rPr dirty="0"/>
              <a:t>• Churn analysis</a:t>
            </a:r>
          </a:p>
          <a:p>
            <a:pPr marL="0" indent="0">
              <a:buNone/>
              <a:defRPr sz="2200"/>
            </a:pPr>
            <a:r>
              <a:rPr dirty="0"/>
              <a:t>• State-wise analysis</a:t>
            </a:r>
          </a:p>
          <a:p>
            <a:pPr marL="0" indent="0">
              <a:buNone/>
              <a:defRPr sz="2200"/>
            </a:pPr>
            <a:r>
              <a:rPr dirty="0"/>
              <a:t>• Plan-wise analysis</a:t>
            </a:r>
          </a:p>
          <a:p>
            <a:pPr marL="0" indent="0">
              <a:buNone/>
              <a:defRPr sz="2200"/>
            </a:pPr>
            <a:r>
              <a:rPr dirty="0"/>
              <a:t>• Customer service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KPI Cards</a:t>
            </a:r>
          </a:p>
          <a:p>
            <a:pPr marL="0" indent="0">
              <a:buNone/>
              <a:defRPr sz="2200"/>
            </a:pPr>
            <a:r>
              <a:rPr dirty="0"/>
              <a:t>• Customer Churn Distribution</a:t>
            </a:r>
          </a:p>
          <a:p>
            <a:pPr marL="0" indent="0">
              <a:buNone/>
              <a:defRPr sz="2200"/>
            </a:pPr>
            <a:r>
              <a:rPr dirty="0"/>
              <a:t>• Top States by Customers</a:t>
            </a:r>
          </a:p>
          <a:p>
            <a:pPr marL="0" indent="0">
              <a:buNone/>
              <a:defRPr sz="2200"/>
            </a:pPr>
            <a:r>
              <a:rPr dirty="0"/>
              <a:t>• International Plan vs Churn</a:t>
            </a:r>
          </a:p>
          <a:p>
            <a:pPr marL="0" indent="0">
              <a:buNone/>
              <a:defRPr sz="2200"/>
            </a:pPr>
            <a:r>
              <a:rPr dirty="0"/>
              <a:t>• Voice Mail Plan vs Churn</a:t>
            </a:r>
          </a:p>
          <a:p>
            <a:pPr marL="0" indent="0">
              <a:buNone/>
              <a:defRPr sz="2200"/>
            </a:pPr>
            <a:r>
              <a:rPr dirty="0"/>
              <a:t>• Customer Service Calls Distribution</a:t>
            </a:r>
          </a:p>
          <a:p>
            <a:pPr marL="0" indent="0">
              <a:buNone/>
              <a:defRPr sz="2200"/>
            </a:pPr>
            <a:r>
              <a:rPr dirty="0"/>
              <a:t>• Interactive Slicers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Most customers did not churn.</a:t>
            </a:r>
          </a:p>
          <a:p>
            <a:pPr marL="0" indent="0">
              <a:buNone/>
              <a:defRPr sz="2200"/>
            </a:pPr>
            <a:r>
              <a:rPr dirty="0"/>
              <a:t>• Higher customer service calls increase churn risk.</a:t>
            </a:r>
          </a:p>
          <a:p>
            <a:pPr marL="0" indent="0">
              <a:buNone/>
              <a:defRPr sz="2200"/>
            </a:pPr>
            <a:r>
              <a:rPr dirty="0"/>
              <a:t>• International plan impacts churn.</a:t>
            </a:r>
          </a:p>
          <a:p>
            <a:pPr marL="0" indent="0">
              <a:buNone/>
              <a:defRPr sz="2200"/>
            </a:pPr>
            <a:r>
              <a:rPr dirty="0"/>
              <a:t>• Voice mail plan influences retention.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Improve customer support.</a:t>
            </a:r>
          </a:p>
          <a:p>
            <a:pPr marL="0" indent="0">
              <a:buNone/>
              <a:defRPr sz="2200"/>
            </a:pPr>
            <a:r>
              <a:rPr dirty="0"/>
              <a:t>• Retain high-risk customers with offers.</a:t>
            </a:r>
          </a:p>
          <a:p>
            <a:pPr marL="0" indent="0">
              <a:buNone/>
              <a:defRPr sz="2200"/>
            </a:pPr>
            <a:r>
              <a:rPr dirty="0"/>
              <a:t>• Monitor customers with frequent complaints.</a:t>
            </a:r>
          </a:p>
          <a:p>
            <a:pPr marL="0" indent="0">
              <a:buNone/>
              <a:defRPr sz="2200"/>
            </a:pPr>
            <a:r>
              <a:rPr dirty="0"/>
              <a:t>• Use predictive analytics for proactive retention.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Python ML model developed successfully.</a:t>
            </a:r>
          </a:p>
          <a:p>
            <a:pPr marL="0" indent="0">
              <a:buNone/>
              <a:defRPr sz="2200"/>
            </a:pPr>
            <a:r>
              <a:rPr dirty="0"/>
              <a:t>• SQL analysis completed.</a:t>
            </a:r>
          </a:p>
          <a:p>
            <a:pPr marL="0" indent="0">
              <a:buNone/>
              <a:defRPr sz="2200"/>
            </a:pPr>
            <a:r>
              <a:rPr dirty="0"/>
              <a:t>• Interactive Power BI dashboard created.</a:t>
            </a:r>
          </a:p>
          <a:p>
            <a:pPr marL="0" indent="0">
              <a:buNone/>
              <a:defRPr sz="2200"/>
            </a:pPr>
            <a:r>
              <a:rPr dirty="0"/>
              <a:t>• Business recommendations prepared.</a:t>
            </a:r>
          </a:p>
          <a:p>
            <a:pPr>
              <a:defRPr sz="2200"/>
            </a:pPr>
            <a:endParaRPr dirty="0"/>
          </a:p>
          <a:p>
            <a:pPr marL="0" indent="0">
              <a:buNone/>
              <a:defRPr sz="2200"/>
            </a:pPr>
            <a:r>
              <a:rPr lang="en-IN" dirty="0"/>
              <a:t>                                                  </a:t>
            </a:r>
          </a:p>
          <a:p>
            <a:pPr marL="0" indent="0">
              <a:buNone/>
              <a:defRPr sz="2200"/>
            </a:pPr>
            <a:r>
              <a:rPr lang="en-IN" dirty="0"/>
              <a:t>                                                                                             </a:t>
            </a: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259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Customer Churn Analysis for Telecom Industry</vt:lpstr>
      <vt:lpstr>Project Objective</vt:lpstr>
      <vt:lpstr>Dataset</vt:lpstr>
      <vt:lpstr>Tools &amp; Technologies</vt:lpstr>
      <vt:lpstr>Machine Learning Workflow</vt:lpstr>
      <vt:lpstr>SQL Analysis</vt:lpstr>
      <vt:lpstr>Power BI Dashboard</vt:lpstr>
      <vt:lpstr>Key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Kapa Sri Lakshmi</dc:creator>
  <cp:keywords/>
  <dc:description>generated using python-pptx</dc:description>
  <cp:lastModifiedBy>Kapa Sri Lakshmi</cp:lastModifiedBy>
  <cp:revision>2</cp:revision>
  <dcterms:created xsi:type="dcterms:W3CDTF">2013-01-27T09:14:16Z</dcterms:created>
  <dcterms:modified xsi:type="dcterms:W3CDTF">2026-07-05T12:43:56Z</dcterms:modified>
  <cp:category/>
</cp:coreProperties>
</file>